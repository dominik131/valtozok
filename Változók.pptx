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tő Gergely György" initials="PGG" lastIdx="3" clrIdx="0">
    <p:extLst>
      <p:ext uri="{19B8F6BF-5375-455C-9EA6-DF929625EA0E}">
        <p15:presenceInfo xmlns:p15="http://schemas.microsoft.com/office/powerpoint/2012/main" userId="S-1-5-21-1432924443-4013299720-1312011424-142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31619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008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68579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5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3956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240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6840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58536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573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880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595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5AF9E34-F3EA-4A6A-B4E1-F79BFA801E65}" type="datetimeFigureOut">
              <a:rPr lang="hu-HU" smtClean="0"/>
              <a:t>2026.10.08.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C366A56-BAA3-4001-9B90-1E498A069744}" type="slidenum">
              <a:rPr lang="hu-HU" smtClean="0"/>
              <a:t>‹#›</a:t>
            </a:fld>
            <a:endParaRPr lang="hu-H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1231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9785BF3-B4BD-4179-B1CE-39CE16C81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255" y="1344985"/>
            <a:ext cx="9144000" cy="2387600"/>
          </a:xfrm>
        </p:spPr>
        <p:txBody>
          <a:bodyPr>
            <a:normAutofit/>
          </a:bodyPr>
          <a:lstStyle/>
          <a:p>
            <a:r>
              <a:rPr lang="hu-HU" sz="7200" dirty="0">
                <a:latin typeface="Bahnschrift SemiLight SemiConde" panose="020B0502040204020203" pitchFamily="34" charset="0"/>
              </a:rPr>
              <a:t>Változók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03B3536-0373-4FEC-A47D-431812B3C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8328" y="5430849"/>
            <a:ext cx="9144000" cy="1655762"/>
          </a:xfrm>
        </p:spPr>
        <p:txBody>
          <a:bodyPr>
            <a:normAutofit/>
          </a:bodyPr>
          <a:lstStyle/>
          <a:p>
            <a:r>
              <a:rPr lang="hu-HU" sz="1400" dirty="0"/>
              <a:t>Készítette: Gergő, Dominik, Milán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7F3C414-CA3D-4369-A179-E8217DBF1ACB}"/>
              </a:ext>
            </a:extLst>
          </p:cNvPr>
          <p:cNvSpPr txBox="1"/>
          <p:nvPr/>
        </p:nvSpPr>
        <p:spPr>
          <a:xfrm>
            <a:off x="4978400" y="3547919"/>
            <a:ext cx="3611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Használata/Bemutatása</a:t>
            </a:r>
          </a:p>
        </p:txBody>
      </p:sp>
    </p:spTree>
    <p:extLst>
      <p:ext uri="{BB962C8B-B14F-4D97-AF65-F5344CB8AC3E}">
        <p14:creationId xmlns:p14="http://schemas.microsoft.com/office/powerpoint/2010/main" val="25307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720181-1B12-4B33-8337-B039C68C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 is az a </a:t>
            </a:r>
            <a:r>
              <a:rPr lang="hu-HU" dirty="0" err="1"/>
              <a:t>vátozó</a:t>
            </a:r>
            <a:r>
              <a:rPr lang="hu-HU" dirty="0"/>
              <a:t>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C86A0E-F7F0-456D-9981-B8D7EA4ED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1586046"/>
      </p:ext>
    </p:extLst>
  </p:cSld>
  <p:clrMapOvr>
    <a:masterClrMapping/>
  </p:clrMapOvr>
</p:sld>
</file>

<file path=ppt/theme/theme1.xml><?xml version="1.0" encoding="utf-8"?>
<a:theme xmlns:a="http://schemas.openxmlformats.org/drawingml/2006/main" name="Körülvágás">
  <a:themeElements>
    <a:clrScheme name="Körülvágás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Körülvágás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Körülvágá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TM10001105[[fn=Körülvágás]]</Template>
  <TotalTime>10</TotalTime>
  <Words>17</Words>
  <Application>Microsoft Office PowerPoint</Application>
  <PresentationFormat>Szélesvásznú</PresentationFormat>
  <Paragraphs>4</Paragraphs>
  <Slides>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</vt:i4>
      </vt:variant>
    </vt:vector>
  </HeadingPairs>
  <TitlesOfParts>
    <vt:vector size="5" baseType="lpstr">
      <vt:lpstr>Bahnschrift SemiLight SemiConde</vt:lpstr>
      <vt:lpstr>Franklin Gothic Book</vt:lpstr>
      <vt:lpstr>Körülvágás</vt:lpstr>
      <vt:lpstr>Változók</vt:lpstr>
      <vt:lpstr>Mi is az a vátozó?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Változók</dc:title>
  <dc:creator>Pető Gergely György</dc:creator>
  <cp:lastModifiedBy>Pető Gergely György</cp:lastModifiedBy>
  <cp:revision>4</cp:revision>
  <dcterms:created xsi:type="dcterms:W3CDTF">2026-10-08T09:22:38Z</dcterms:created>
  <dcterms:modified xsi:type="dcterms:W3CDTF">2026-10-08T09:33:03Z</dcterms:modified>
</cp:coreProperties>
</file>